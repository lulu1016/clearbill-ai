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[0:00-0:10 HOOK] Between 49 and 80 percent of medical bills in America contain an error. Nobody catches it, because nobody has an hour to cross-reference their bill against their insurance paperwork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(Visual support for the hook — no new spoken content here; keep talking through the hook while this is on screen.)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[0:10-0:22 TEAM] I'm Lu Lu — Wharton MBA and a Master's in Computer Science from Penn, and I've been a product management intern at Adobe. This is Yiyan, who's leading our go-to-market strategy. We built ClearBill AI this weekend because we wanted something we'd actually trust our own families to use the next time a bill like this showed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[0:22-0:48 INSIGHT + PRODUCT] Here's what nobody else does: the proof a bill is wrong is already in your hands. When your insurer denies a charge as a duplicate, that's their own ruling, not our opinion. Upload your bill and your EOB, and Gemini reads both, catches exact duplicates deterministically, cross-references what your insurer already denied, and drafts the dispute letter — citing the exact code and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(Continued visual for the 0:22-0:48 beat — this is the actual product, not a mockup.)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[0:48-1:05 PROOF] We ran this live against Gemini, wrote 27 automated tests, and fixed two real bugs before this pitch. Every price is real — pulled from Stanford Health Care's own federal pricing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[1:05-1:25 WHY WE WIN] This isn't a chatbot wrapper. Every flag is grounded in deterministic code or your insurer's own official denial code — never a guess. And we're not building a one-time scanner. We're building the full loop: detect, dispute, follow up, and confirm the refund actually lands — which is the only reason a success fee makes sense.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[1:25-1:45 MARKET + GTM] A hundred million Americans carry medical debt. Services that do this by hand already charge 25 to 35 percent — proof people already pay for this, just slowly. And a confirmed refund is inherently shareable: same content shape as every viral tax-refund post, distributed straight into the communities already talking about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[1:45-2:00 CLOSE] We're ClearBill AI. Give us two minutes with your bill, and we'll show you what it caught.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E7D5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ClearBill AI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48640" y="32461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money hospitals didn't mean to bill you.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397764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FB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49–80% of medical bills contain an error. Nobody catches it — because nobody has an hour to cross-reference their bill against their insurance paperwork by hand.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× DeepMind Hackathon  ·  Built on Gemini + Google Cloud Run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F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has time to catch it, so everybody just pays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  <a:effectLst>
            <a:outerShdw sx="100000" sy="100000" kx="0" ky="0" algn="bl" rotWithShape="0" blurRad="101600" dist="38100" dir="5400000">
              <a:srgbClr val="211F1B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176272"/>
            <a:ext cx="338328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49–80%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4564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medical bills contain an error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06240" y="201168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  <a:effectLst>
            <a:outerShdw sx="100000" sy="100000" kx="0" ky="0" algn="bl" rotWithShape="0" blurRad="101600" dist="38100" dir="5400000">
              <a:srgbClr val="211F1B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06240" y="2176272"/>
            <a:ext cx="338328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B4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$1,300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389120" y="34564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overcharge on a $10K+ bill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863840" y="201168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  <a:effectLst>
            <a:outerShdw sx="100000" sy="100000" kx="0" ky="0" algn="bl" rotWithShape="0" blurRad="101600" dist="38100" dir="5400000">
              <a:srgbClr val="211F1B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863840" y="2176272"/>
            <a:ext cx="338328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07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$220B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046720" y="34564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debt held by 100M Americans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4805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Physicians lose an estimated $125B/yr and hospitals $68B/yr to billing mistakes system-wide. There's no standardized way to dispute a bill — every hospital routes it through its own phone line, mail address, or fax.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Medical Bill Rescue, Aptarro Healthcare Billing Statistics 2026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F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by people who wanted to trust it themselves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005840" cy="1005840"/>
          </a:xfrm>
          <a:prstGeom prst="ellipse">
            <a:avLst/>
          </a:prstGeom>
          <a:solidFill>
            <a:srgbClr val="E6F1E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031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737360" y="22402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1F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 Lu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26517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Wharton MBA · Penn M.S. Computer Science · PM intern, Adobe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35040" y="2103120"/>
            <a:ext cx="1005840" cy="1005840"/>
          </a:xfrm>
          <a:prstGeom prst="ellipse">
            <a:avLst/>
          </a:prstGeom>
          <a:solidFill>
            <a:srgbClr val="E6F1EA"/>
          </a:solidFill>
          <a:ln/>
        </p:spPr>
      </p:sp>
      <p:sp>
        <p:nvSpPr>
          <p:cNvPr id="9" name="Text 7"/>
          <p:cNvSpPr/>
          <p:nvPr/>
        </p:nvSpPr>
        <p:spPr>
          <a:xfrm>
            <a:off x="6035040" y="21031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223760" y="22402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1F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Yiyan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223760" y="26517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&amp; growth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114800"/>
            <a:ext cx="1069848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114800"/>
            <a:ext cx="9966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ClearBill AI this weekend because we wanted something we'd actually trust our own families to use the next time a hospital bill like this showed up.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F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proof a bill is wrong is already in your hands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insurer marks a charge “denied — duplicate,” that's not our judgment.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payer's own ruling.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today cross-references the bill against the EOB by hand — it means reading two dense forms and matching line items by code and date. That's a narrow, mechanical task: exactly what a deterministic pipeline does well, with Gemini doing the document understanding and plain code doing the parts that must never hallucinate.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086600" y="1965960"/>
            <a:ext cx="2103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86600" y="2148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Itemized Bill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086600" y="2606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CPT 36415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twice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418320" y="1965960"/>
            <a:ext cx="2103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18320" y="2148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EOB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418320" y="2606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 18: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denied duplicate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92440" y="3657600"/>
            <a:ext cx="2514600" cy="777240"/>
          </a:xfrm>
          <a:prstGeom prst="roundRect">
            <a:avLst>
              <a:gd name="adj" fmla="val 49412"/>
            </a:avLst>
          </a:prstGeom>
          <a:solidFill>
            <a:srgbClr val="F5E2DB"/>
          </a:solidFill>
          <a:ln/>
        </p:spPr>
      </p:sp>
      <p:sp>
        <p:nvSpPr>
          <p:cNvPr id="13" name="Text 11"/>
          <p:cNvSpPr/>
          <p:nvPr/>
        </p:nvSpPr>
        <p:spPr>
          <a:xfrm>
            <a:off x="8092440" y="365760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B4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$112 flagged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F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Upload. We check it. You dispute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02920" cy="502920"/>
          </a:xfrm>
          <a:prstGeom prst="ellipse">
            <a:avLst/>
          </a:prstGeom>
          <a:solidFill>
            <a:srgbClr val="E6F1E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21214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itemized bill, and your insurance statement if you have one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2103120"/>
            <a:ext cx="502920" cy="502920"/>
          </a:xfrm>
          <a:prstGeom prst="ellipse">
            <a:avLst/>
          </a:prstGeom>
          <a:solidFill>
            <a:srgbClr val="E6F1EA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21214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check it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297680" y="2743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charges, and anything your insurer already denied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2103120"/>
            <a:ext cx="502920" cy="502920"/>
          </a:xfrm>
          <a:prstGeom prst="ellipse">
            <a:avLst/>
          </a:prstGeom>
          <a:solidFill>
            <a:srgbClr val="E6F1EA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0" y="21214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dispute it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46720" y="2743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ready-to-send letter citing the exact lines and codes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106984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20624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F5E2DB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206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B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CHARGE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418320" y="418795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B4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$112.00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470916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“Venipuncture, Routine Collection” (CPT 36415) was billed twice on Jul 10, 2026 — detected with plain line-count logic, not a model guess, so there's zero false-positive risk.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5440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CPT 36415  ·  Jul 10, 2026  ·  high confidence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FEASIBILITY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F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and verified, not just pitched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93392"/>
            <a:ext cx="292608" cy="29260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93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1965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Duplicate-charge detection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05840" y="22585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Live-verified, deterministic, zero false-positive risk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615184"/>
            <a:ext cx="292608" cy="29260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15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587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Bill-vs-EOB denial cross-check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05840" y="2880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Live-verified — was silently broken, we found it and fixed it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236976"/>
            <a:ext cx="292608" cy="29260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236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32095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 letter generation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05840" y="35021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Live-verified, grounded only in flags actually found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858768"/>
            <a:ext cx="292608" cy="29260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58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383133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 suite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05840" y="412394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pytest: 27 passing, 0 failing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46634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deliberately do NOT claim to detect coding “unbundling” without the licensed CMS data behind it — roadmap, not pitch.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309360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prices, Stanford Health Care's own published data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331720"/>
          <a:ext cx="50292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83464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Charge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5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 visit, Level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$15,270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 Abd-Pelvis w/Contrast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$17,197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Comprehensive Metabolic Panel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Venipuncture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CLEARBILL WINS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F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weekend chatbot wrapper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06984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651760"/>
                <a:gridCol w="283464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AI Chatbot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Advocate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(Resolve, GoodBill)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ClearBill AI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5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hallucinate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Accurate (human-reviewed)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— zero false positives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to weeks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60 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to patient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/ cheap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25–35% contingency fee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to 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Follows through to refund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on the roadmap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flag is grounded in deterministic logic or the insurer's own official denial code — never a model's guess. And we're building the full loop, from detection to a confirmed refund, not a one-time scan.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POTENTIAL &amp; GO-TO-MARKET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F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already pay for this — slowly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2918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  <a:effectLst>
            <a:outerShdw sx="100000" sy="100000" kx="0" ky="0" algn="bl" rotWithShape="0" blurRad="101600" dist="38100" dir="5400000">
              <a:srgbClr val="211F1B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130552"/>
            <a:ext cx="32918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100M+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7706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Americans hold medical debt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977640" y="1965960"/>
            <a:ext cx="32918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  <a:effectLst>
            <a:outerShdw sx="100000" sy="100000" kx="0" ky="0" algn="bl" rotWithShape="0" blurRad="101600" dist="38100" dir="5400000">
              <a:srgbClr val="211F1B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977640" y="2130552"/>
            <a:ext cx="32918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07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1.5B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160520" y="27706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bills issued/year in the US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406640" y="196596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  <a:effectLst>
            <a:outerShdw sx="100000" sy="100000" kx="0" ky="0" algn="bl" rotWithShape="0" blurRad="101600" dist="38100" dir="5400000">
              <a:srgbClr val="211F1B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06640" y="2130552"/>
            <a:ext cx="384048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B4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25–35%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7589520" y="277063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contingency fees existing services already charge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566160"/>
            <a:ext cx="5120640" cy="2468880"/>
          </a:xfrm>
          <a:prstGeom prst="roundRect">
            <a:avLst>
              <a:gd name="adj" fmla="val 5185"/>
            </a:avLst>
          </a:prstGeom>
          <a:solidFill>
            <a:srgbClr val="1B4D38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7490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“We found $112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don't owe.”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22960" y="470916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content shape as viral tax-refund and settlement-check posts. We built a shareable result card for exactly this moment.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89320" y="3566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already mapped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989320" y="3977640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39776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r/personalfinance, r/HealthInsurance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89320" y="4636008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0" y="463600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Patient-advocacy Facebook groups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989320" y="5294376"/>
            <a:ext cx="51206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7E3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0" y="529437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1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 benefits partnerships — 1 deal reaches thousands of employees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4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B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us two minutes with your bill.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show you exactly what it caught.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B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47472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raising today. Thirty minutes with a fund that has real conviction in consumer healthcare fintech — to pressure-test the data-access strategy and the recovery-verification model the success fee depends on.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4754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B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 Lu · Yiyan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github.com/LilChainyy/stanford_med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2026-07-19T05:47:37Z</dcterms:created>
  <dcterms:modified xsi:type="dcterms:W3CDTF">2026-07-19T05:47:37Z</dcterms:modified>
</cp:coreProperties>
</file>