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[HOOK — 0:00-0:12] Between 49 and 80 percent of medical bills in America contain an error. On a $10,000 bill, that's an average $1,300 overcharge — and almost nobody catches it, because nobody has an hour to cross-reference their bill against their insurance paperwork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[TEAM — 0:12-0:26] I'm [Name], [background]. This is [Name], [background]. We built ClearBill AI this weekend because we wanted something we'd actually trust our own families to use the next time a bill like this showed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[INSIGHT + PRODUCT — 0:26-0:55] Here's the insight: the strongest evidence a bill is wrong is already sitting in a document the patient already has — their insurance company's own Explanation of Benefits. Upload your bill and your EOB, and in under a minute Gemini reads both, catches exact duplicate charges with zero-false-positive plain logic, cross-references what your insurer already denied against what you're still being billed for, and drafts a dispute letter citing the exact code and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(Continued product beat — see slide 3 notes; this slide is visual support for the same 0:26-0:55 segment.)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[PROOF — 0:55-1:15] We didn't just prompt this and hope. We ran the full pipeline live against Gemini, wrote an automated test suite, and caught two real bugs before this pitch — including a cross-check that was silently never firing — and fixed both. Every price on our demo bill is real, pulled straight from Stanford Health Care's own federally mandated pricing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[MARKET — 1:15-1:35] A hundred million Americans carry medical debt. One and a half billion medical bills go out every year. Services that do this by hand already charge 25 to 35 percent contingency fees — people are already paying for this, just slowly. We made it instant.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[TRACTION — 1:35-1:50] And it's built to spread on its own: 'we found $X you don't owe' is the same content shape as every viral tax-refund and settlement-check post — we built a shareable result card for exactly that moment, distributed straight into the communities already talking about this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[CLOSE — 1:50-2:00] We're ClearBill AI. Give us two minutes with your bill, and we'll show you what it caught.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E7D5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ClearBill AI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money hospitals didn't mean to bill you.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× DeepMind Hackathon  ·  Built on Gemini + Google Cloud Run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has time to catch it, so everybody just pays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  <a:effectLst>
            <a:outerShdw sx="100000" sy="100000" kx="0" ky="0" algn="bl" rotWithShape="0" blurRad="101600" dist="38100" dir="5400000">
              <a:srgbClr val="211F1B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76272"/>
            <a:ext cx="33832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49–80%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456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medical bills contain an error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06240" y="201168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  <a:effectLst>
            <a:outerShdw sx="100000" sy="100000" kx="0" ky="0" algn="bl" rotWithShape="0" blurRad="101600" dist="38100" dir="5400000">
              <a:srgbClr val="211F1B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06240" y="2176272"/>
            <a:ext cx="33832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B4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$1,300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389120" y="3456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overcharge on a $10K+ bill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63840" y="201168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  <a:effectLst>
            <a:outerShdw sx="100000" sy="100000" kx="0" ky="0" algn="bl" rotWithShape="0" blurRad="101600" dist="38100" dir="5400000">
              <a:srgbClr val="211F1B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863840" y="2176272"/>
            <a:ext cx="33832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07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$220B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046720" y="3456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debt held by 100M Americans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805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Physicians lose an estimated $125B/yr and hospitals $68B/yr to billing mistakes system-wide. There's no standardized way to dispute a bill — every hospital routes it through its own phone line, mail address, or fax.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Medical Bill Rescue, Aptarro Healthcare Billing Statistics 2026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proof a bill is wrong is already in your hands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insurer marks a charge “denied — duplicate,” that's not our judgment.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payer's own ruling.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today cross-references the bill against the EOB by hand — it means reading two dense forms and matching line items by code and date. That's a narrow, mechanical task: exactly what a deterministic pipeline does well, with Gemini doing the document understanding and plain code doing the parts that must never hallucinate.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086600" y="1965960"/>
            <a:ext cx="2103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86600" y="2148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Itemized Bill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086600" y="2606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CPT 36415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twice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418320" y="1965960"/>
            <a:ext cx="2103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0" y="2148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EOB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418320" y="2606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 18: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denied duplicate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92440" y="3657600"/>
            <a:ext cx="2514600" cy="777240"/>
          </a:xfrm>
          <a:prstGeom prst="roundRect">
            <a:avLst>
              <a:gd name="adj" fmla="val 49412"/>
            </a:avLst>
          </a:prstGeom>
          <a:solidFill>
            <a:srgbClr val="F5E2DB"/>
          </a:solidFill>
          <a:ln/>
        </p:spPr>
      </p:sp>
      <p:sp>
        <p:nvSpPr>
          <p:cNvPr id="13" name="Text 11"/>
          <p:cNvSpPr/>
          <p:nvPr/>
        </p:nvSpPr>
        <p:spPr>
          <a:xfrm>
            <a:off x="8092440" y="365760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B4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$112 flagged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Upload. We check it. You dispute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02920" cy="502920"/>
          </a:xfrm>
          <a:prstGeom prst="ellipse">
            <a:avLst/>
          </a:prstGeom>
          <a:solidFill>
            <a:srgbClr val="E6F1E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21214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itemized bill, and your insurance statement if you have one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103120"/>
            <a:ext cx="502920" cy="502920"/>
          </a:xfrm>
          <a:prstGeom prst="ellipse">
            <a:avLst/>
          </a:prstGeom>
          <a:solidFill>
            <a:srgbClr val="E6F1EA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21214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check it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297680" y="2743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charges, and anything your insurer already denied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2103120"/>
            <a:ext cx="502920" cy="502920"/>
          </a:xfrm>
          <a:prstGeom prst="ellipse">
            <a:avLst/>
          </a:prstGeom>
          <a:solidFill>
            <a:srgbClr val="E6F1EA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0" y="21214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dispute it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0" y="2743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ready-to-send letter citing the exact lines and codes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106984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2062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F5E2DB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20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B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CHARGE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418320" y="41879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B4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$112.00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470916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“Venipuncture, Routine Collection” (CPT 36415) was billed twice on Jul 10, 2026 — detected with plain line-count logic, not a model guess, so there's zero false-positive risk.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5440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CPT 36415  ·  Jul 10, 2026  ·  high confidence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FEASIBILITY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and verified, not just pitched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93392"/>
            <a:ext cx="292608" cy="29260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93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Duplicate-charge detection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5840" y="22585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Live-verified, deterministic, zero false-positive risk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15184"/>
            <a:ext cx="292608" cy="29260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587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Bill-vs-EOB denial cross-check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05840" y="2880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Live-verified — was silently broken, we found it and fixed it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236976"/>
            <a:ext cx="292608" cy="29260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36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2095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 letter generation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35021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Live-verified, grounded only in flags actually found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58768"/>
            <a:ext cx="292608" cy="29260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83133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suite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05840" y="412394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pytest: 27 passing, 0 failing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46634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deliberately do NOT claim to detect coding “unbundling” without the licensed CMS data behind it — roadmap, not pitch.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0936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prices, Stanford Health Care's own published data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331720"/>
          <a:ext cx="50292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83464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Charge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visit, Level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$15,270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 Abd-Pelvis w/Contrast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$17,197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Comprehensive Metabolic Panel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Venipuncture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POTENTIAL &amp; FUNDABILITY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already pay for this — slowly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2918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  <a:effectLst>
            <a:outerShdw sx="100000" sy="100000" kx="0" ky="0" algn="bl" rotWithShape="0" blurRad="101600" dist="38100" dir="5400000">
              <a:srgbClr val="211F1B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30552"/>
            <a:ext cx="329184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100M+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9535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Americans hold medical debt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977640" y="1965960"/>
            <a:ext cx="32918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  <a:effectLst>
            <a:outerShdw sx="100000" sy="100000" kx="0" ky="0" algn="bl" rotWithShape="0" blurRad="101600" dist="38100" dir="5400000">
              <a:srgbClr val="211F1B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77640" y="2130552"/>
            <a:ext cx="329184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07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1.5B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160520" y="29535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bills issued/year in the US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06640" y="196596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  <a:effectLst>
            <a:outerShdw sx="100000" sy="100000" kx="0" ky="0" algn="bl" rotWithShape="0" blurRad="101600" dist="38100" dir="5400000">
              <a:srgbClr val="211F1B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06640" y="2130552"/>
            <a:ext cx="384048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B4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25–35%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589520" y="29535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 fees existing services already charge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42519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Freemium: free bill scan + evidence report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63600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Success fee on verified, recovered savings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2005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B2B2C: employer benefits, patient advocacy nonprofits, TPAs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0" y="4251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CFPB's 2025 rule barring medical debt from credit reports sharpened scrutiny on billing accuracy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0" y="481888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Gemini's document understanding makes a $200/hr patient advocate's job instant and free to start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TRACTION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spread on its own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120640" cy="3840480"/>
          </a:xfrm>
          <a:prstGeom prst="roundRect">
            <a:avLst>
              <a:gd name="adj" fmla="val 3333"/>
            </a:avLst>
          </a:prstGeom>
          <a:solidFill>
            <a:srgbClr val="1B4D3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33172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found $112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owe.”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3749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content shape as viral tax-refund-reveal and settlement-check posts — we built a shareable result card for exactly this moment.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4937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8FB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hook travels on its own: “49–80% of medical bills contain an error” — alarming, true, citation-backed.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8932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channels already mapped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89320" y="2514600"/>
            <a:ext cx="512064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25146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r/personalfinance, r/HealthInsurance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89320" y="3291840"/>
            <a:ext cx="512064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32918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Patient-advocacy Facebook groups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89320" y="4069080"/>
            <a:ext cx="512064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40690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Personal-finance creators already covering medical debt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89320" y="4846320"/>
            <a:ext cx="512064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4846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 benefits partnerships — one push reaches thousands of employees at once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B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us two minutes with your bill.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you exactly what it caught.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 — [role / one line of relevant background]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 — [role / one line of relevant background]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access to validate detection accuracy against real, anonymized billing datasets and explore integration partnerships with patient advocacy networks and self-insured employers.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github.com/LilChainyy/stanford_med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2026-07-19T04:40:34Z</dcterms:created>
  <dcterms:modified xsi:type="dcterms:W3CDTF">2026-07-19T04:40:34Z</dcterms:modified>
</cp:coreProperties>
</file>