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[0:00-0:10 HOOK] Between 49 and 80 percent of medical bills in America contain an error. Nobody catches it, because nobody has an hour to cross-reference their bill against their insurance paperwork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(Visual support for the hook — no new spoken content here; keep talking through the hook while this is on screen.)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[0:10-0:22 TEAM] I'm [Name], [background]. This is [Name], [background]. We built ClearBill AI this weekend because we wanted something we'd actually trust our own families to use the next time a bill like this showed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[0:22-0:48 INSIGHT + PRODUCT] Here's what nobody else does: the proof a bill is wrong is already in your hands. When your insurer denies a charge as a duplicate, that's their own ruling, not our opinion. Upload your bill and your EOB, and Gemini reads both, catches exact duplicates deterministically, cross-references what your insurer already denied, and drafts the dispute letter — citing the exact code and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(Continued visual for the 0:22-0:48 beat — this is the actual product, not a mockup.)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[0:48-1:05 PROOF] We ran this live against Gemini, wrote 27 automated tests, and fixed two real bugs before this pitch. Every price is real — pulled from Stanford Health Care's own federal pricing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[1:05-1:25 WHY WE WIN] This isn't a chatbot wrapper. Every flag is grounded in deterministic code or your insurer's own official denial code — never a guess. And we're not building a one-time scanner. We're building the full loop: detect, dispute, follow up, and confirm the refund actually lands — which is the only reason a success fee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[1:25-1:45 MARKET + GTM] A hundred million Americans carry medical debt. Services that do this by hand already charge 25 to 35 percent — proof people already pay for this, just slowly. And a confirmed refund is inherently shareable: same content shape as every viral tax-refund post, distributed straight into the communities already talking about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[1:45-2:00 CLOSE] We're ClearBill AI. Give us two minutes with your bill, and we'll show you what it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ClearBill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money hospitals didn't mean to bill you.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49–80% of medical bills contain an error. Nobody catches it — because nobody has an hour to cross-reference their bill against their insurance paperwork by hand.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× DeepMind Hackathon  ·  Built on Gemini + Google Cloud 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time to catch it, so everybody just pays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76272"/>
            <a:ext cx="3383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49–80%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56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medical bills contain an error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2176272"/>
            <a:ext cx="3383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B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456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overcharge on a $10K+ bill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20116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2176272"/>
            <a:ext cx="3383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3456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debt held by 100M Americans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lose an estimated $125B/yr and hospitals $68B/yr to billing mistakes system-wide. There's no standardized way to dispute a bill — every hospital routes it through its own phone line, mail address, or fax.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Medical Bill Rescue, Aptarro Healthcare Billing Statistics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people who wanted to trust it themselves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05840" cy="100584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— one line of relevant background]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103120"/>
            <a:ext cx="1005840" cy="100584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2376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— one line of relevant background]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069848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ClearBill AI this weekend because we wanted something we'd actually trust our own families to use the next time a hospital bill like this showed up.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 a bill is wrong is already in your hands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insurer marks a charge “denied — duplicate,” that's not our judgment.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payer's own ruling.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today cross-references the bill against the EOB by hand — it means reading two dense forms and matching line items by code and date. That's a narrow, mechanical task: exactly what a deterministic pipeline does well, with Gemini doing the document understanding and plain code doing the parts that must never hallucinate.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86600" y="19659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Bill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660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36415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twice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18320" y="19659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EOB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 18: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duplicate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3657600"/>
            <a:ext cx="2514600" cy="777240"/>
          </a:xfrm>
          <a:prstGeom prst="roundRect">
            <a:avLst>
              <a:gd name="adj" fmla="val 49412"/>
            </a:avLst>
          </a:prstGeom>
          <a:solidFill>
            <a:srgbClr val="F5E2DB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B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 flagged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Upload. We check it. You dispute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itemized bill, and your insurance statement if you have 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502920" cy="50292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charges, and anything your insurer already denied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502920" cy="50292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dispute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ready-to-send letter citing the exact lines and codes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06984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0624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5E2D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B4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CHARGE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0" y="4187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B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$112.00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“Venipuncture, Routine Collection” (CPT 36415) was billed twice on Jul 10, 2026 — detected with plain line-count logic, not a model guess, so there's zero false-positive risk.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36415  ·  Jul 10, 2026  ·  high confidence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verified, not just pitched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Duplicate-charge detection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2258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Live-verified, deterministic, zero false-positive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Bill-vs-EOB denial cross-check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 — was silently broken, we found it and fixed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09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letter generation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Live-verified, grounded only in flags actually found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8313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4123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27 passing, 0 failing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do NOT claim to detect coding “unbundling” without the licensed CMS data behind it — roadmap, not pitch.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Stanford Health Care's own published data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31720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83464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visit, Level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 Abd-Pelvis w/Contrast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Metabolic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Venipuncture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CLEARBILL WINS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weekend chatbot wrapper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698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283464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Chatbot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Advocate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(Resolve, GoodBill)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ClearBill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hallucinate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(human-reviewed)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— zero false positives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60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cheap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 contingency 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through to refund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 the roadmap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is grounded in deterministic logic or the insurer's own official denial code — never a model's guess. And we're building the full loop, from detection to a confirmed refund, not a one-time scan.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POTENTIAL &amp; 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already pay for this — slowly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30552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70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hold medical debt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9659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2130552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7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60520" y="2770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bills issued/year in the 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965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01600" dist="38100" dir="5400000">
              <a:srgbClr val="211F1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2130552"/>
            <a:ext cx="3840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B4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589520" y="2770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fees existing services already charge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120640" cy="2468880"/>
          </a:xfrm>
          <a:prstGeom prst="roundRect">
            <a:avLst>
              <a:gd name="adj" fmla="val 5185"/>
            </a:avLst>
          </a:prstGeom>
          <a:solidFill>
            <a:srgbClr val="1B4D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found $112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owe.”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shape as viral tax-refund and settlement-check posts. We built a shareable result card for exactly this moment.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already mapped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89320" y="397764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r/personalfinance, r/HealthInsurance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63600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6360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Patient-advocacy Facebook groups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5294376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52943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1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benefits partnerships — 1 deal reaches thousands of employees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us two minutes with your bill.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you exactly what it caught.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raising today. Thirty minutes with a fund that has real conviction in consumer healthcare fintech — to pressure-test the data-access strategy and the recovery-verification model the success fee depends 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· [Name]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github.com/LilChainyy/stanford_med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2026-07-19T05:35:00Z</dcterms:created>
  <dcterms:modified xsi:type="dcterms:W3CDTF">2026-07-19T05:35:00Z</dcterms:modified>
</cp:coreProperties>
</file>